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AM I DOING?</a:t>
            </a:r>
          </a:p>
          <a:p>
            <a:r>
              <a:t>"I'm building a custom chip that takes any photo and compresses it down to just 16 colors — by grouping similar pixels together. Think of the Bliss photo on the right — that's the original, and that's what it looks like with only 16 colors."</a:t>
            </a:r>
          </a:p>
          <a:p/>
          <a:p>
            <a:r>
              <a:t>HOW IS IT DONE TODAY?</a:t>
            </a:r>
          </a:p>
          <a:p>
            <a:r>
              <a:t>"Right now this runs on a regular CPU and takes about 9 seconds per image — but the CPU is barely doing any work. Less than 1% of its computing power is being used. The bottleneck is memory — the CPU spends almost half its time just waiting for data to load."</a:t>
            </a:r>
          </a:p>
          <a:p/>
          <a:p>
            <a:r>
              <a:t>WHAT AM I DOING DIFFERENTLY?</a:t>
            </a:r>
          </a:p>
          <a:p>
            <a:r>
              <a:t>"Instead of a CPU, I'm designing a chip where the memory and the math units sit right next to each other — so there's no waiting. You can see that in the roofline plot — on the CPU the kernel sits way down in the memory-bound zone, but on my accelerator it flips to compute-bound. That's where the 62x speedup comes from."</a:t>
            </a:r>
          </a:p>
          <a:p/>
          <a:p>
            <a:r>
              <a:t>WHAT HAVE I DONE SO FAR?</a:t>
            </a:r>
          </a:p>
          <a:p>
            <a:r>
              <a:t>"I've measured the CPU baseline, confirmed where the bottleneck is, and written all the hardware — the distance engine, the memory interface, and the compute core — all passing simulation."</a:t>
            </a:r>
          </a:p>
          <a:p/>
          <a:p>
            <a:r>
              <a:t>WHAT'S NEXT?</a:t>
            </a:r>
          </a:p>
          <a:p>
            <a:r>
              <a:t>"I need to connect all the pieces into a full system, verify timing, and then measure actual throughput to prove the speedup is real."</a:t>
            </a:r>
          </a:p>
          <a:p/>
          <a:p>
            <a:r>
              <a:t>---</a:t>
            </a:r>
          </a:p>
          <a:p>
            <a:r>
              <a:t>TIP: Linger on the Bliss before/after when you first show it — it's your best visual hook.</a:t>
            </a:r>
          </a:p>
          <a:p>
            <a:r>
              <a:t>Total target: ~60 seconds.</a:t>
            </a:r>
          </a:p>
          <a:p/>
          <a:p>
            <a:r>
              <a:t>---</a:t>
            </a:r>
          </a:p>
          <a:p>
            <a:r>
              <a:t>DEFINITIONS</a:t>
            </a:r>
          </a:p>
          <a:p>
            <a:r>
              <a:t>PIM = Processing-In-Memory. A chip design where the compute units are placed physically next to the memory, instead of the usual CPU→bus→RAM setup. Normally the CPU fetches pixel data across a slow memory bus, does a tiny bit of math, then waits for more data — that's why K-Means is memory-bound on CPU (46% of runtime is just waiting). With a PIM chiplet, the distance math (subtract, square, accumulate) happens right where the pixels already live in HBM3 memory. No bus trip, no waiting. That's where the 16 TB/s bandwidth and the 62× speedup come from. In the diagram it's the pink dashed box — the Compute Engine and On-Chip Memory are co-located on the same chiplet, connected to the CPU via UCIe.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0F1E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54864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K-Means Image Color Quantization Accelerator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91440"/>
            <a:ext cx="36576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ABBCC"/>
                </a:solidFill>
              </a:rPr>
              <a:t>Bao Nguyen  |  ECE 410/510  |  Spring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640080"/>
            <a:ext cx="1234440" cy="6858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" y="640080"/>
            <a:ext cx="1234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62×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1042415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FDCDC"/>
                </a:solidFill>
              </a:rPr>
              <a:t>projected speedup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417319"/>
            <a:ext cx="26060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Custom chip: reduces any photo to 16 colors by grouping similar pixels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How is it done today?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CPU: scikit-learn + OpenBLAS — ~9 sec/image, &lt;1% utilization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GPU: NVIDIA cuML / CUDA — fast but general-purpose, not K-Means specific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FPGA: AMD Artix-7 pipelined designs — rigid, device-specific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No dedicated near-memory chiplet for K-Means quantization with HBM3 + UCIe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 am I doing differently?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Memory &amp; math sit side-by-side — no waiting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16 TB/s bandwidth → ~62× speedup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Accomplished so far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Benchmarked CPU baseline, found bottleneck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Distance engine, AXI4-Lite &amp; compute core all passing sim</a:t>
            </a:r>
          </a:p>
          <a:p>
            <a:pPr>
              <a:spcBef>
                <a:spcPts val="600"/>
              </a:spcBef>
            </a:pPr>
            <a:r>
              <a:rPr sz="900" b="1">
                <a:solidFill>
                  <a:srgbClr val="4FC3F7"/>
                </a:solidFill>
              </a:rPr>
              <a:t>What's next?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Full system integration + timing verification</a:t>
            </a:r>
          </a:p>
          <a:p>
            <a:pPr>
              <a:spcBef>
                <a:spcPts val="100"/>
              </a:spcBef>
            </a:pPr>
            <a:r>
              <a:rPr sz="800" b="0">
                <a:solidFill>
                  <a:srgbClr val="DDDDDD"/>
                </a:solidFill>
              </a:rPr>
              <a:t>  • Compare vs 9-sec baseline → declare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640080"/>
            <a:ext cx="3628218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658368"/>
            <a:ext cx="351849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Roofline — CPU vs PIM Accelerator</a:t>
            </a:r>
          </a:p>
        </p:txBody>
      </p:sp>
      <p:pic>
        <p:nvPicPr>
          <p:cNvPr id="11" name="Picture 10" descr="roofline_pro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850392"/>
            <a:ext cx="3628218" cy="2286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682314" y="640080"/>
            <a:ext cx="460513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7178" y="658368"/>
            <a:ext cx="449540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System Architecture</a:t>
            </a:r>
          </a:p>
        </p:txBody>
      </p:sp>
      <p:pic>
        <p:nvPicPr>
          <p:cNvPr id="14" name="Picture 13" descr="system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314" y="850392"/>
            <a:ext cx="4605130" cy="2286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2926080" y="3337560"/>
            <a:ext cx="8017740" cy="201168"/>
          </a:xfrm>
          <a:prstGeom prst="rect">
            <a:avLst/>
          </a:prstGeom>
          <a:solidFill>
            <a:srgbClr val="0D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0944" y="3355848"/>
            <a:ext cx="79080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>
                <a:solidFill>
                  <a:srgbClr val="4FC3F7"/>
                </a:solidFill>
              </a:rPr>
              <a:t>Bliss.jpg — Original (left) vs K-Means K=16 colors (right)</a:t>
            </a:r>
          </a:p>
        </p:txBody>
      </p:sp>
      <p:pic>
        <p:nvPicPr>
          <p:cNvPr id="17" name="Picture 16" descr="bliss_before_af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" y="3547872"/>
            <a:ext cx="8017740" cy="32369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