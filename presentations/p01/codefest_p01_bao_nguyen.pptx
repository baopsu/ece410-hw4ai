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AM I DOING?</a:t>
            </a:r>
          </a:p>
          <a:p>
            <a: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</a:p>
          <a:p/>
          <a:p>
            <a:r>
              <a:t>HOW IS IT DONE TODAY?</a:t>
            </a:r>
          </a:p>
          <a:p>
            <a: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</a:p>
          <a:p/>
          <a:p>
            <a:r>
              <a:t>WHAT AM I DOING DIFFERENTLY?</a:t>
            </a:r>
          </a:p>
          <a:p>
            <a: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</a:p>
          <a:p/>
          <a:p>
            <a:r>
              <a:t>WHAT HAVE I DONE SO FAR?</a:t>
            </a:r>
          </a:p>
          <a:p>
            <a:r>
              <a:t>"I've measured the CPU baseline, confirmed where the bottleneck is, and written all the hardware — the distance engine, the memory interface, and the compute core — all passing simulation."</a:t>
            </a:r>
          </a:p>
          <a:p/>
          <a:p>
            <a:r>
              <a:t>WHAT'S NEXT?</a:t>
            </a:r>
          </a:p>
          <a:p>
            <a:r>
              <a:t>"I need to connect all the pieces into a full system, verify timing, and then measure actual throughput to prove the speedup is real."</a:t>
            </a:r>
          </a:p>
          <a:p/>
          <a:p>
            <a:r>
              <a:t>---</a:t>
            </a:r>
          </a:p>
          <a:p>
            <a:r>
              <a:t>TIP: Linger on the Bliss before/after when you first show it — it's your best visual hook.</a:t>
            </a:r>
          </a:p>
          <a:p>
            <a:r>
              <a:t>Total target: ~60 seconds.</a:t>
            </a:r>
          </a:p>
          <a:p/>
          <a:p>
            <a:r>
              <a:t>---</a:t>
            </a:r>
          </a:p>
          <a:p>
            <a:r>
              <a:t>DEFINITIONS</a:t>
            </a:r>
          </a:p>
          <a:p>
            <a: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CPU: scikit-learn + OpenBLAS — ~9 sec/image, &lt;1% utilization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GPU: NVIDIA cuML / CUDA — fast but general-purpose, not K-Means 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FPGA: AMD Artix-7 pipelined designs — rigid, device-specific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No near-memory PIM accelerator exists for K-Means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