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Codefest 6 — CLLM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BFD7ED"/>
                </a:solidFill>
              </a:rPr>
              <a:t>4×4 Binary-Weight Crossbar 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9DC3E6"/>
                </a:solidFill>
              </a:rPr>
              <a:t>Generated by Claude Sonnet 4.6  ·  ECE 410/510 Spring 2026  ·  Bao Nguyen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The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8580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For CF06 CLLM I had Claude Sonnet 4.6 generate a 4-by-4 binary-weight crossbar MAC unit in SystemVerilog.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So about the design. The module takes four 8-bit signed inputs, a 4-by-4 weight matrix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where each weight is either plus-one or minus-one, and produces four 10-bit signed outputs.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Each clock cycle, every output computes a dot product, so basically you multiply each input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by its weight at that row-column intersection and add them up. That's what the crossbar does,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a grid of wires where rows carry inputs, columns carry outputs, and the weights sit at the intersections.</a:t>
            </a:r>
          </a:p>
        </p:txBody>
      </p:sp>
      <p:pic>
        <p:nvPicPr>
          <p:cNvPr id="7" name="Picture 6" descr="cross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731520"/>
            <a:ext cx="558343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The Design — 3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858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The module has three stages. First stage is the weight register, it's a flip-flop that latches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the full weight matrix when you pulse weight_load high. Claude packed the entire 4-by-4 matrix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into a single 16-bit flat register, where bit 4i plus j holds weight[i][j]. For an example,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bit zero is weight[0][0], bit four would be weight[1][0], and so on. I asked Claude why it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went with a flat register and it said it actually loads the entire matrix in exactly one clock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cycle. Like if you loaded row by row, that would've taken four cycles and you'd need an address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counter to track which row you're on, so the flat register just keeps it simple.</a:t>
            </a:r>
          </a:p>
        </p:txBody>
      </p:sp>
      <p:pic>
        <p:nvPicPr>
          <p:cNvPr id="7" name="Picture 6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303520"/>
            <a:ext cx="6858000" cy="2532453"/>
          </a:xfrm>
          <a:prstGeom prst="rect">
            <a:avLst/>
          </a:prstGeom>
        </p:spPr>
      </p:pic>
      <p:pic>
        <p:nvPicPr>
          <p:cNvPr id="8" name="Picture 7" descr="enco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685800"/>
            <a:ext cx="4754880" cy="16210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The Design — MAC &amp; Output Bit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858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The second stage is the combinational MAC, those are just wires, no clock, which sign-extends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the inputs to 10 bits and computes all four dot products at the same time. Then the third stage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is the output register, which latches the results on the next rising edge.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As for the output bit width, worst case is four inputs at plus or minus 127, so 4 times 127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is 508. And 10-bit signed goes up to 511, which clears the threshold we need.</a:t>
            </a:r>
          </a:p>
        </p:txBody>
      </p:sp>
      <p:pic>
        <p:nvPicPr>
          <p:cNvPr id="7" name="Picture 6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685800"/>
            <a:ext cx="4754880" cy="17558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The Testbench —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8580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So about the testbench. Claude loaded the weight matrix from the assignment spec, which is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plus-one, minus-one, plus-one, minus-one on row zero, plus-one, plus-one, minus-one, minus-one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on row one, and so on, and then it applied inputs of 10, 20, 30, and 40.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Before running the simulation I hand-calculated the expected outputs, so for example, column zero,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you get plus-ten from row 0, plus-twenty from row 1, and then minus-thirty and minus-forty from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rows 2 and 3, and so that adds up to minus-40. I did the same for all four columns and got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minus-40, zero, minus-20, and minus-20.</a:t>
            </a:r>
          </a:p>
        </p:txBody>
      </p:sp>
      <p:pic>
        <p:nvPicPr>
          <p:cNvPr id="7" name="Picture 6" descr="cross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731520"/>
            <a:ext cx="558343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The Testbench — 2-Cycle 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8580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One thing about the timing Claude had to get right, and the output shows up two cycles after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you assert weight_load, not one. Basically here's why, so on the first rising edge after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weight_load, the weight register latches the new weights, but the output register clocks on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that same edge and it's still using the old weights. And so the correct output only appears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one cycle later. The testbench explicitly waits two cycles before reading the outputs.</a:t>
            </a:r>
          </a:p>
        </p:txBody>
      </p:sp>
      <p:pic>
        <p:nvPicPr>
          <p:cNvPr id="7" name="Picture 6" descr="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754880"/>
            <a:ext cx="6858000" cy="3218704"/>
          </a:xfrm>
          <a:prstGeom prst="rect">
            <a:avLst/>
          </a:prstGeom>
        </p:spPr>
      </p:pic>
      <p:pic>
        <p:nvPicPr>
          <p:cNvPr id="8" name="Picture 7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685800"/>
            <a:ext cx="4754880" cy="17558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The Simulation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8580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All four outputs match what I expected. Out-zero is minus-40, out-one is zero,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out-two and out-three are both minus-20, exactly what my hand calculation said.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222222"/>
                </a:solidFill>
              </a:rPr>
              <a:t>So 4 out of 4, that's pretty good. Thanks.</a:t>
            </a:r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474720"/>
            <a:ext cx="6858000" cy="3314153"/>
          </a:xfrm>
          <a:prstGeom prst="rect">
            <a:avLst/>
          </a:prstGeom>
        </p:spPr>
      </p:pic>
      <p:pic>
        <p:nvPicPr>
          <p:cNvPr id="8" name="Picture 7" descr="cross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685800"/>
            <a:ext cx="5583438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