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Codefest 6 — CLLM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FD7ED"/>
                </a:solidFill>
              </a:rPr>
              <a:t>4×4 Binary-Weight Crossbar 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DC3E6"/>
                </a:solidFill>
              </a:rPr>
              <a:t>Generated by Claude Sonnet 4.6  ·  ECE 410/510 Spring 2026  ·  Bao Nguyen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 Is a Crossbar MAC?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ss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118152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Four 8-bit signed inputs (rows)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4×4 weight matrix — each weight is +1 or −1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Four 10-bit signed outputs (columns)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Each output computes a dot product every cycle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Grid of wires — weights sit at the intersections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so basically you multiply each input by its weight</a:t>
            </a:r>
          </a:p>
          <a:p>
            <a:pPr lvl="1"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  – at that row-column intersection and add them 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Module Architecture — 3 Stages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430000" cy="42207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023360"/>
            <a:ext cx="11430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• Stage 1 — Weight Register</a:t>
            </a:r>
          </a:p>
          <a:p>
            <a:pPr lvl="1"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  – flip-flop that latches full 4×4 matrix on weight_load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• Stage 2 — Combinational MAC</a:t>
            </a:r>
          </a:p>
          <a:p>
            <a:pPr lvl="1"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  – just wires, no clock — computes all 4 dot products at the same time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• Stage 3 — Output Register</a:t>
            </a:r>
          </a:p>
          <a:p>
            <a:pPr lvl="1"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  – latches results on next rising 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Weight Encoding — Flat 16-bit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430000" cy="38968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49039"/>
            <a:ext cx="11430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bit (4i + j) holds weight[i][j]</a:t>
            </a:r>
          </a:p>
          <a:p>
            <a:pPr lvl="1"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  – For an example: bit 0 = w[0][0],  bit 4 = w[1][0]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Loads the entire 4×4 matrix in exactly 1 clock cycle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vs. row-by-row: 4 cycles + an address counter on top of that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444444"/>
                </a:solidFill>
              </a:rPr>
              <a:t>• Claude went with flat register to keep it simple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Output Bit Width — Why 10 Bits?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Worst case: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5029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4 inputs × max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4 × 127  =  508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788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7A4A"/>
                </a:solidFill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71800"/>
            <a:ext cx="5029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449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10-bit signed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558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−512  to  +511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840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7A4A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5029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965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511 &gt; 508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074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clears the threshold we need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371600"/>
            <a:ext cx="53035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463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7A4A"/>
                </a:solidFill>
              </a:rPr>
              <a:t>Why not 9-bit?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• 9-bit signed only goes to 255 — overflows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• 10-bit is the minimum that covers 508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• No wasted bits, no overflow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Testbench — Setup &amp; Hand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</a:rPr>
              <a:t>Weight Matrix (from spec)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777240" cy="457200"/>
          </a:xfrm>
          <a:prstGeom prst="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7A4A"/>
                </a:solidFill>
              </a:rPr>
              <a:t>+1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64592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7190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1645920"/>
            <a:ext cx="777240" cy="457200"/>
          </a:xfrm>
          <a:prstGeom prst="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17190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7A4A"/>
                </a:solidFill>
              </a:rPr>
              <a:t>+1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164592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17190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777240" cy="457200"/>
          </a:xfrm>
          <a:prstGeom prst="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2199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7A4A"/>
                </a:solidFill>
              </a:rPr>
              <a:t>+1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148840"/>
            <a:ext cx="777240" cy="457200"/>
          </a:xfrm>
          <a:prstGeom prst="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22199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7A4A"/>
                </a:solidFill>
              </a:rPr>
              <a:t>+1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214884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3120" y="222199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214884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222199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5176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72491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651760"/>
            <a:ext cx="777240" cy="457200"/>
          </a:xfrm>
          <a:prstGeom prst="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272491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7A4A"/>
                </a:solidFill>
              </a:rPr>
              <a:t>+1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2651760"/>
            <a:ext cx="777240" cy="457200"/>
          </a:xfrm>
          <a:prstGeom prst="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03120" y="272491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7A4A"/>
                </a:solidFill>
              </a:rPr>
              <a:t>+1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65176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0" y="272491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15468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227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15468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3227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03120" y="3154680"/>
            <a:ext cx="777240" cy="457200"/>
          </a:xfrm>
          <a:prstGeom prst="rect">
            <a:avLst/>
          </a:prstGeom>
          <a:solidFill>
            <a:srgbClr val="FFE0E0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03120" y="3227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−1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154680"/>
            <a:ext cx="777240" cy="457200"/>
          </a:xfrm>
          <a:prstGeom prst="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6080" y="3227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7A4A"/>
                </a:solidFill>
              </a:rPr>
              <a:t>+1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</a:rPr>
              <a:t>Inputs: x = [10, 20, 30, 40]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118872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</a:rPr>
              <a:t>Hand-calculated expected outputs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0" y="1645920"/>
            <a:ext cx="6217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0" y="1691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y[0]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+10 + 20 − 30 − 40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16916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= −40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0" y="2743200"/>
            <a:ext cx="6217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0" y="27889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y[1]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−10 + 20 + 30 − 40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27889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= 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0" y="3840480"/>
            <a:ext cx="6217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0" y="38862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y[2]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886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+10 − 20 + 30 − 40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= −20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0" y="4937759"/>
            <a:ext cx="6217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98347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y[3]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49834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−10 − 20 − 30 + 40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4983479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= −20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Testbench — 2-Cycle Output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3647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37160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• Output shows up 2 cycles after weight_load, not 1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• Why:</a:t>
            </a:r>
          </a:p>
          <a:p>
            <a:pPr lvl="1"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  – Cycle 1 rising edge → weight register latches new weights</a:t>
            </a:r>
          </a:p>
          <a:p>
            <a:pPr lvl="1"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  – BUT output register clocks on same edge with old weights</a:t>
            </a:r>
          </a:p>
          <a:p>
            <a:pPr lvl="1"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  – Cycle 2 rising edge → output register latches correct result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• Testbench waits 2 cycles before reading outputs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Simulation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6400800" cy="30932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1F4E79"/>
                </a:solidFill>
              </a:rPr>
              <a:t>• All four outputs match what I expected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F4E79"/>
                </a:solidFill>
              </a:rPr>
              <a:t>• Exactly what the hand calculation said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F4E79"/>
                </a:solidFill>
              </a:rPr>
              <a:t>• 4 out of 4 — pretty good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