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CF06 CLLM I had Claude Sonnet 4.6 generate a 4-by-4 binary-weight crossbar MAC in SystemVerilog. I'll show the design, how I encoded the weights, and then the simulation — all four outputs hit the expected values on the first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idea is simple: rows are inputs, columns are outputs, and every intersection holds a weight that's either plus-one or minus-one. Each clock cycle, every column just sums up its inputs multiplied by its weights — that's the formula you see at the top.</a:t>
            </a:r>
          </a:p>
          <a:p/>
          <a:p>
            <a:r>
              <a:t>For this testbench the inputs are 10, 20, 30, 40. Take column zero — it gets plus-ten from row 0, plus-twenty from row 1, then minus-thirty and minus-forty from rows 2 and 3 because those weights are negative. That's minus-40. You can verify all four columns the same way — the arithmetic is right there on the slide.</a:t>
            </a:r>
          </a:p>
          <a:p/>
          <a:p>
            <a:r>
              <a:t>The crossbar does all four dot products in parallel. That's the whole point — you're not doing them one at a time like software would.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module has three stages. The weight register sits at the top — it's a plain flip-flop that latches the 16-bit weight_in bus whenever weight_load pulses high. Below it, the combinational MAC computes all four dot products simultaneously using continuous wire assignments — no clock, no waiting. The output register at the bottom latches the results on the next rising edge.</a:t>
            </a:r>
          </a:p>
          <a:p/>
          <a:p>
            <a:r>
              <a:t>The bit width decision was straightforward: worst case is four inputs at plus or minus 127, so the maximum accumulated value is 4 times 127 which is 508. That fits in 10 bits signed — barely, but it fits. Going to 12 bits would've been safer for a real design, but 10 is correct for this spec.</a:t>
            </a:r>
          </a:p>
          <a:p/>
          <a:p>
            <a:r>
              <a:t>One thing worth noting — I avoided unpacked arrays in the always blocks entirely. iverilog 12 doesn't support variable bit-selects on unpacked arrays inside always processes, so I switched to individual scalar wires. The interface is cleaner for it anyway.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weight matrix fits in one 16-bit value. The rule is: bit 4i plus j holds weight[i][j]. So bit zero is weight[0][0], bit one is weight[0][1], bit four is weight[1][0], and so on.</a:t>
            </a:r>
          </a:p>
          <a:p/>
          <a:p>
            <a:r>
              <a:t>For the testbench weights — row zero is plus-one, minus-one, plus-one, minus-one — that's bits zero through three being 1, 0, 1, 0, so the nibble is 0101. Do the same for each row and you get the 16-bit value in the code snippet. In the RTL, the decoder is just wreg[4*i + j] — a single bit select. No lookup table, no case statement.</a:t>
            </a:r>
          </a:p>
          <a:p/>
          <a:p>
            <a:r>
              <a:t>The advantage of a flat register over a 2D array here is that you can load the entire weight matrix in one clock cycle with one signal. Loading row by row would've cost four cycles and an address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output shows up two cycles after you assert weight_load — that's the key thing to get right in the testbench.</a:t>
            </a:r>
          </a:p>
          <a:p/>
          <a:p>
            <a:r>
              <a:t>Here's why: on the first rising edge after weight_load goes high, the weight register latches the new weights. But the output register also clocks on that same edge — and it samples the MAC output, which is still using the old weights from the previous cycle. So that first output is garbage.</a:t>
            </a:r>
          </a:p>
          <a:p/>
          <a:p>
            <a:r>
              <a:t>One cycle later the MAC is now computing with the new weights, and the output register latches the correct result. That's cycle two. The waveform shows it clearly — the orange weight_load pulse, then a one-cycle gap, then the green output going valid.</a:t>
            </a:r>
          </a:p>
          <a:p/>
          <a:p>
            <a:r>
              <a:t>The inputs stay constant through both cycles, so you don't need to time them separately. Set them once before the load pulse and leave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four outputs match. Out-zero is minus-40, out-one is zero, out-two and out-three are both minus-20. You can check each one against the arithmetic on the right — the calculation is there for every column.</a:t>
            </a:r>
          </a:p>
          <a:p/>
          <a:p>
            <a:r>
              <a:t>The simulation ran clean on the first compile after fixing the unpacked array issue in iverilog. No X propagation, no sign-extension bug. The 2-cycle timing worked exactly as designed.</a:t>
            </a:r>
          </a:p>
          <a:p/>
          <a:p>
            <a:r>
              <a:t>4 out of 4. The RTL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Sonnet 4.6 generated the core module. The design choices I made — flat 16-bit weight register, fully unrolled combinational MAC, individual scalar ports — were all driven by what iverilog actually supports and what makes the timing clean.</a:t>
            </a:r>
          </a:p>
          <a:p/>
          <a:p>
            <a:r>
              <a:t>The testbench loaded the exact weight matrix from the assignment, applied inputs of 10, 20, 30, and 40, and confirmed minus-40, zero, minus-20, minus-20 coming out the other side.</a:t>
            </a:r>
          </a:p>
          <a:p/>
          <a:p>
            <a:r>
              <a:t>A 4-by-4 crossbar at 10-bit precision isn't going to run a transformer. But the structure — weights encoded as plus or minus one, parallel dot products every clock cycle, registered output — is the same structure that scales up to resistive crossbar arrays doing in-memory matrix multiply at teraops per watt. The physics is the same. The math is the same. The size is just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2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0"/>
            <a:ext cx="12188952" cy="2743200"/>
          </a:xfrm>
          <a:prstGeom prst="rect">
            <a:avLst/>
          </a:prstGeom>
          <a:solidFill>
            <a:srgbClr val="252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008B8B"/>
                </a:solidFill>
              </a:rPr>
              <a:t>CF06 CLLM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3172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</a:rPr>
              <a:t>4×4 Binary-Weight Crossbar MAC Unit in SystemVerilog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54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AAAAAA"/>
                </a:solidFill>
              </a:rPr>
              <a:t>ECE 410/510 Spring 2026  ·  Bao Nguyen  ·  LLM: Claude Sonnet 4.6</a:t>
            </a:r>
          </a:p>
        </p:txBody>
      </p:sp>
      <p:pic>
        <p:nvPicPr>
          <p:cNvPr id="7" name="Picture 6" descr="slide_cross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3749039"/>
            <a:ext cx="5303520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83112" y="644652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99999"/>
                </a:solidFill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83112" y="644652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99999"/>
                </a:solidFill>
              </a:rPr>
              <a:t>2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C3E50"/>
                </a:solidFill>
              </a:rPr>
              <a:t>What is a Crossbar MAC?</a:t>
            </a:r>
          </a:p>
        </p:txBody>
      </p:sp>
      <p:pic>
        <p:nvPicPr>
          <p:cNvPr id="5" name="Picture 4" descr="slide_cross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6583680" cy="56692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040880" y="822960"/>
            <a:ext cx="4937760" cy="56692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78040" y="1005840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C3E50"/>
                </a:solidFill>
              </a:rPr>
              <a:t>Rows carry inputs, columns carry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8040" y="1348740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1539240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C3E50"/>
                </a:solidFill>
              </a:rPr>
              <a:t>Each intersection = a weight (+1 or −1)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1882140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2072640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3E50"/>
                </a:solidFill>
              </a:rPr>
              <a:t>Formula: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415540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8B8B"/>
                </a:solidFill>
              </a:rPr>
              <a:t>out[j] = Σᵢ weight[i][j] × in[i]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2796540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2987040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C3E50"/>
                </a:solidFill>
              </a:rPr>
              <a:t>Inputs:  [10, 20, 30, 40]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3310889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3463289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0392B"/>
                </a:solidFill>
              </a:rPr>
              <a:t>out0: +10+20−30−40 = −40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3768089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0392B"/>
                </a:solidFill>
              </a:rPr>
              <a:t>out1: −10+20+30−40 =  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4072889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0392B"/>
                </a:solidFill>
              </a:rPr>
              <a:t>out2: +10−20+30−40 = −20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4377689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0392B"/>
                </a:solidFill>
              </a:rPr>
              <a:t>out3: −10−20−30+40 = −20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83112" y="644652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99999"/>
                </a:solidFill>
              </a:rPr>
              <a:t>3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C3E50"/>
                </a:solidFill>
              </a:rPr>
              <a:t>Module Architecture — crossbar_mac.sv</a:t>
            </a:r>
          </a:p>
        </p:txBody>
      </p:sp>
      <p:pic>
        <p:nvPicPr>
          <p:cNvPr id="5" name="Picture 4" descr="slide_mo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8046720" cy="5303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822960"/>
            <a:ext cx="3474720" cy="5303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1080" y="100584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08B8B"/>
                </a:solidFill>
              </a:rPr>
              <a:t>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1403985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</a:rPr>
              <a:t>in0–in3   8-bit signed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739265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</a:rPr>
              <a:t>out0–out3  10-bit signed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074545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</a:rPr>
              <a:t>weight_in  16-bit flat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1080" y="2409825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</a:rPr>
              <a:t>weight_load  1-cycle pulse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2745105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2954655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08B8B"/>
                </a:solidFill>
              </a:rPr>
              <a:t>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335280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E44AD"/>
                </a:solidFill>
              </a:rPr>
              <a:t>① Weight register (FF)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36880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67E22"/>
                </a:solidFill>
              </a:rPr>
              <a:t>② Comb. MAC (wires)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402336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7AE60"/>
                </a:solidFill>
              </a:rPr>
              <a:t>③ Output register (FF)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435864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456819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</a:rPr>
              <a:t>Bit width: 4 × 127 = 508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4882515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</a:rPr>
              <a:t>→ 10-bit signed is safe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83112" y="644652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99999"/>
                </a:solidFill>
              </a:rPr>
              <a:t>4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C3E50"/>
                </a:solidFill>
              </a:rPr>
              <a:t>Weight Encoding — 16-bit Flat Register</a:t>
            </a:r>
          </a:p>
        </p:txBody>
      </p:sp>
      <p:pic>
        <p:nvPicPr>
          <p:cNvPr id="5" name="Picture 4" descr="slide_enco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8680"/>
            <a:ext cx="11247120" cy="28346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3794760"/>
            <a:ext cx="1124712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008B8B"/>
                </a:solidFill>
              </a:rPr>
              <a:t>bit (4×i + j)  encodes  weight[i][j]        1 → +1      0 → −1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617720"/>
            <a:ext cx="112471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C3E50"/>
                </a:solidFill>
              </a:rPr>
              <a:t>Testbench weight matrix: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E44AD"/>
                </a:solidFill>
              </a:rPr>
              <a:t>row 0  [+1, −1, +1, −1]   →   weight_in bits [3:0]  = 4'b0101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422392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498DB"/>
                </a:solidFill>
              </a:rPr>
              <a:t>row 1  [+1, +1, −1, −1]   →   weight_in bits [7:4]  = 4'b0011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69864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67E22"/>
                </a:solidFill>
              </a:rPr>
              <a:t>row 2  [−1, +1, +1, −1]   →   weight_in bits [11:8] = 4'b0110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17336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7AE60"/>
                </a:solidFill>
              </a:rPr>
              <a:t>row 3  [−1, −1, −1, +1]   →   weight_in bits [15:12]= 4'b1000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83112" y="644652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99999"/>
                </a:solidFill>
              </a:rPr>
              <a:t>5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C3E50"/>
                </a:solidFill>
              </a:rPr>
              <a:t>Testbench Strategy — 2-Cycle Pipeline</a:t>
            </a:r>
          </a:p>
        </p:txBody>
      </p:sp>
      <p:pic>
        <p:nvPicPr>
          <p:cNvPr id="5" name="Picture 4" descr="slide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2960"/>
            <a:ext cx="82296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732520" y="822960"/>
            <a:ext cx="3246120" cy="5486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0" y="96012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E44AD"/>
                </a:solidFill>
              </a:rPr>
              <a:t>① Assert reset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261872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</a:rPr>
              <a:t>   Clear all registers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1563624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865376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67E22"/>
                </a:solidFill>
              </a:rPr>
              <a:t>② weight_load pulse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167128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</a:rPr>
              <a:t>   16-bit weight_in latched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46888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</a:rPr>
              <a:t>   into wreg on posedge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2770632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3072384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498DB"/>
                </a:solidFill>
              </a:rPr>
              <a:t>③ Weight stable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3374136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</a:rPr>
              <a:t>   MAC computes sum0–sum3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3675888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397764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7AE60"/>
                </a:solidFill>
              </a:rPr>
              <a:t>④ Output registered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4279392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</a:rPr>
              <a:t>   out0–out3 valid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4581144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</a:rPr>
              <a:t>   2 cycles after load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074920"/>
            <a:ext cx="8229600" cy="1508760"/>
          </a:xfrm>
          <a:prstGeom prst="rect">
            <a:avLst/>
          </a:prstGeom>
          <a:solidFill>
            <a:srgbClr val="1E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120640"/>
            <a:ext cx="78638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CC71"/>
                </a:solidFill>
              </a:rPr>
              <a:t>weight_in   = {4'b1000, 4'b0110, 4'b0011, 4'b0101};
weight_load = 1;   in0=10; in1=20; in2=30; in3=40;
@(posedge clk); #1;  weight_load = 0;
@(posedge clk); #1;  // read out0–out3 here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83112" y="644652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99999"/>
                </a:solidFill>
              </a:rPr>
              <a:t>6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C3E50"/>
                </a:solidFill>
              </a:rPr>
              <a:t>Simulation Results — iverilog -g2012</a:t>
            </a:r>
          </a:p>
        </p:txBody>
      </p:sp>
      <p:pic>
        <p:nvPicPr>
          <p:cNvPr id="5" name="Picture 4" descr="slide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2960"/>
            <a:ext cx="7132320" cy="5303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80960" y="960120"/>
            <a:ext cx="425196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033272"/>
            <a:ext cx="39776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C3E50"/>
                </a:solidFill>
              </a:rPr>
              <a:t>out0 = −40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527048"/>
            <a:ext cx="39776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</a:rPr>
              <a:t>+10+20−30−40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03327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27AE60"/>
                </a:solidFill>
              </a:rPr>
              <a:t>✓ PASS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2331720"/>
            <a:ext cx="425196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404872"/>
            <a:ext cx="39776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C3E50"/>
                </a:solidFill>
              </a:rPr>
              <a:t>out1 =  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898648"/>
            <a:ext cx="39776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</a:rPr>
              <a:t>−10+20+30−40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240487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27AE60"/>
                </a:solidFill>
              </a:rPr>
              <a:t>✓ PASS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3703320"/>
            <a:ext cx="425196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3776472"/>
            <a:ext cx="39776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C3E50"/>
                </a:solidFill>
              </a:rPr>
              <a:t>out2 = −20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270248"/>
            <a:ext cx="39776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</a:rPr>
              <a:t>+10−20+30−40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377647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27AE60"/>
                </a:solidFill>
              </a:rPr>
              <a:t>✓ PASS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0" y="5074920"/>
            <a:ext cx="425196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18120" y="5148072"/>
            <a:ext cx="39776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C3E50"/>
                </a:solidFill>
              </a:rPr>
              <a:t>out3 = −20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5641848"/>
            <a:ext cx="39776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</a:rPr>
              <a:t>−10−20−30+40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514807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27AE60"/>
                </a:solidFill>
              </a:rPr>
              <a:t>✓ PASS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2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83112" y="644652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99999"/>
                </a:solidFill>
              </a:rPr>
              <a:t>7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08B8B"/>
                </a:solidFill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698480" cy="731520"/>
          </a:xfrm>
          <a:prstGeom prst="rect">
            <a:avLst/>
          </a:prstGeom>
          <a:solidFill>
            <a:srgbClr val="252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399032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8B8B"/>
                </a:solidFill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435608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LLM-generated crossbar_mac.sv using Claude Sonnet 4.6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221991"/>
            <a:ext cx="10698480" cy="731520"/>
          </a:xfrm>
          <a:prstGeom prst="rect">
            <a:avLst/>
          </a:prstGeom>
          <a:solidFill>
            <a:srgbClr val="252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95143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67E22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31719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16-bit flat weight register — bit (4i+j) encodes weight[i][j]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18104"/>
            <a:ext cx="10698480" cy="731520"/>
          </a:xfrm>
          <a:prstGeom prst="rect">
            <a:avLst/>
          </a:prstGeom>
          <a:solidFill>
            <a:srgbClr val="252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91256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498DB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227832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Fully combinational MAC, registered outputs, 10-bit signed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014215"/>
            <a:ext cx="10698480" cy="731520"/>
          </a:xfrm>
          <a:prstGeom prst="rect">
            <a:avLst/>
          </a:prstGeom>
          <a:solidFill>
            <a:srgbClr val="252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87367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E44AD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123943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Testbench loads [[1,−1,1,−1],[1,1,−1,−1],[−1,1,1,−1],[−1,−1,−1,1]]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910328"/>
            <a:ext cx="10698480" cy="731520"/>
          </a:xfrm>
          <a:prstGeom prst="rect">
            <a:avLst/>
          </a:prstGeom>
          <a:solidFill>
            <a:srgbClr val="252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983480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7AE60"/>
                </a:solidFill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02005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Inputs [10,20,30,40] → Simulation: 4/4 PASS  [−40, 0, −20, −20]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612648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AAAAAA"/>
                </a:solidFill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