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0F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54864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K-Means Image Color Quantization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91440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BBCC"/>
                </a:solidFill>
              </a:rPr>
              <a:t>Bao Nguyen  |  ECE 410/510  |  Spring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640080"/>
            <a:ext cx="1325880" cy="7498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64008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62×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060704"/>
            <a:ext cx="1325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DCDC"/>
                </a:solidFill>
              </a:rPr>
              <a:t>projected speedup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481328"/>
            <a:ext cx="3886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950" b="1">
                <a:solidFill>
                  <a:srgbClr val="4FC3F7"/>
                </a:solidFill>
              </a:rPr>
              <a:t>What am I doing?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DDDDDD"/>
                </a:solidFill>
              </a:rPr>
              <a:t>  • Custom chip that reduces any photo to 16 colors by grouping similar pixels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4FC3F7"/>
                </a:solidFill>
              </a:rPr>
              <a:t>How is it done today?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DDDDDD"/>
                </a:solidFill>
              </a:rPr>
              <a:t>  • Runs on CPU — ~9 sec/image, using &lt;1% of computing power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DDDDDD"/>
                </a:solidFill>
              </a:rPr>
              <a:t>  • Bottleneck is memory: 46% of runtime just waiting for data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4FC3F7"/>
                </a:solidFill>
              </a:rPr>
              <a:t>What am I doing differently?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DDDDDD"/>
                </a:solidFill>
              </a:rPr>
              <a:t>  • Memory &amp; math sit side-by-side — no waiting (near-memory PIM chiplet)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DDDDDD"/>
                </a:solidFill>
              </a:rPr>
              <a:t>  • 16 TB/s internal bandwidth vs CPU → 62× speedup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4FC3F7"/>
                </a:solidFill>
              </a:rPr>
              <a:t>Accomplished so far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DDDDDD"/>
                </a:solidFill>
              </a:rPr>
              <a:t>  • Benchmarked CPU baseline, confirmed memory bottleneck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DDDDDD"/>
                </a:solidFill>
              </a:rPr>
              <a:t>  • Distance engine, AXI4-Lite interface &amp; compute core — all passing simulation</a:t>
            </a:r>
          </a:p>
          <a:p>
            <a:pPr>
              <a:spcBef>
                <a:spcPts val="500"/>
              </a:spcBef>
            </a:pPr>
            <a:r>
              <a:rPr sz="950" b="1">
                <a:solidFill>
                  <a:srgbClr val="4FC3F7"/>
                </a:solidFill>
              </a:rPr>
              <a:t>What's next?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DDDDDD"/>
                </a:solidFill>
              </a:rPr>
              <a:t>  • Connect pieces into full system, verify timing</a:t>
            </a:r>
          </a:p>
          <a:p>
            <a:pPr>
              <a:spcBef>
                <a:spcPts val="100"/>
              </a:spcBef>
            </a:pPr>
            <a:r>
              <a:rPr sz="850" b="0">
                <a:solidFill>
                  <a:srgbClr val="DDDDDD"/>
                </a:solidFill>
              </a:rPr>
              <a:t>  • Compare throughput vs 9-sec baseline → declare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7952" y="640080"/>
            <a:ext cx="3877056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42816" y="658368"/>
            <a:ext cx="3767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Roofline — CPU vs PIM Accelerator</a:t>
            </a:r>
          </a:p>
        </p:txBody>
      </p:sp>
      <p:pic>
        <p:nvPicPr>
          <p:cNvPr id="11" name="Picture 10" descr="roofline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850392"/>
            <a:ext cx="3877056" cy="244278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74736" y="640080"/>
            <a:ext cx="3877056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658368"/>
            <a:ext cx="3767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System Architecture</a:t>
            </a:r>
          </a:p>
        </p:txBody>
      </p:sp>
      <p:pic>
        <p:nvPicPr>
          <p:cNvPr id="14" name="Picture 13" descr="system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850392"/>
            <a:ext cx="3877056" cy="1924581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187952" y="3457767"/>
            <a:ext cx="786384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2816" y="3476055"/>
            <a:ext cx="77541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Bliss.jpg — Original (left) vs K-Means K=16 colors (right)</a:t>
            </a:r>
          </a:p>
        </p:txBody>
      </p:sp>
      <p:pic>
        <p:nvPicPr>
          <p:cNvPr id="17" name="Picture 16" descr="bliss_before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7952" y="3668079"/>
            <a:ext cx="7863840" cy="31748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