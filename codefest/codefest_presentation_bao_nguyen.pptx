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23444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4241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17319"/>
            <a:ext cx="2606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Custom chip: reduces any photo to 16 colors by grouping similar pixels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CPU takes ~9 sec/image using &lt;1% of its power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46% of runtime spent waiting for data from memory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Memory &amp; math sit side-by-side — no waiting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16 TB/s bandwidth → ~62× speedup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Benchmarked CPU baseline, found bottleneck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Distance engine, AXI4-Lite &amp; compute core all passing sim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Full system integration + timing verification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Compare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640080"/>
            <a:ext cx="3628218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658368"/>
            <a:ext cx="3518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850392"/>
            <a:ext cx="3628218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82314" y="640080"/>
            <a:ext cx="460513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7178" y="658368"/>
            <a:ext cx="44954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314" y="850392"/>
            <a:ext cx="460513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26080" y="3337560"/>
            <a:ext cx="80177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355848"/>
            <a:ext cx="79080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547872"/>
            <a:ext cx="8017740" cy="3236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