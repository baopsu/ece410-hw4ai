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45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713232"/>
            <a:ext cx="1417320" cy="86868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713232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17043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projected
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685800"/>
            <a:ext cx="40690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</a:rPr>
              <a:t>What am I doing?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Custom chip: reduces any photo to 16 colors by grouping similar pixels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</a:rPr>
              <a:t>How is it done today?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Runs on CPU — ~9 sec/image, using &lt;1% of CPU computing power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Bottleneck is memory: CPU waits for data, not doing math (46% of runtime)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</a:rPr>
              <a:t>What am I doing differently?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Memory &amp; math units side-by-side — no waiting (near-memory PIM chiplet)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16 TB/s internal bandwidth vs CPU — ~62× speedup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</a:rPr>
              <a:t>Accomplished so far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Benchmarked CPU baseline, confirmed memory bottleneck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Wrote &amp; simulated all hardware — distance engine, AXI4-Lite interface,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  compute core — all passing testbenches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</a:rPr>
              <a:t>What's next?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Connect pieces into full system, verify timing,</a:t>
            </a:r>
          </a:p>
          <a:p>
            <a:pPr lvl="1">
              <a:spcAft>
                <a:spcPts val="200"/>
              </a:spcAft>
            </a:pPr>
            <a:r>
              <a:rPr sz="900" b="0">
                <a:solidFill>
                  <a:srgbClr val="D2D2D2"/>
                </a:solidFill>
              </a:rPr>
              <a:t>•   compare throughput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685800"/>
            <a:ext cx="6144768" cy="2286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704088"/>
            <a:ext cx="6053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FC3F7"/>
                </a:solidFill>
              </a:rPr>
              <a:t>Roofline: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932688"/>
            <a:ext cx="6144768" cy="23317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897880" y="3145536"/>
            <a:ext cx="6144768" cy="2286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3163824"/>
            <a:ext cx="6053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FC3F7"/>
                </a:solidFill>
              </a:rPr>
              <a:t>Bliss — Original vs K-Means (K=16 colors)</a:t>
            </a:r>
          </a:p>
        </p:txBody>
      </p:sp>
      <p:pic>
        <p:nvPicPr>
          <p:cNvPr id="14" name="Picture 13" descr="bliss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3401568"/>
            <a:ext cx="6144768" cy="21031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897880" y="5577840"/>
            <a:ext cx="6144768" cy="2286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5596127"/>
            <a:ext cx="6053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7" name="Picture 16" descr="system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824728"/>
            <a:ext cx="6144768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