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K-Means Image Color Quantization — Hardware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94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4C8FF"/>
                </a:solidFill>
              </a:rPr>
              <a:t>Bao Nguyen  |  ECE 410/510 Spring 2026  |  Codefest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182880"/>
            <a:ext cx="1463040" cy="548640"/>
          </a:xfrm>
          <a:prstGeom prst="rect">
            <a:avLst/>
          </a:prstGeom>
          <a:solidFill>
            <a:srgbClr val="6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33888" y="201168"/>
            <a:ext cx="1426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Portland State
University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" y="1143000"/>
            <a:ext cx="3794760" cy="2331720"/>
          </a:xfrm>
          <a:prstGeom prst="rect">
            <a:avLst/>
          </a:prstGeom>
          <a:solidFill>
            <a:srgbClr val="19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28016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C82DC"/>
                </a:solidFill>
              </a:rPr>
              <a:t>A  WHAT WE'RE DOING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527048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DCE6FF"/>
                </a:solidFill>
              </a:rPr>
              <a:t>K-Means image color quantization: reduce any image to K=16 distinct colors by clustering pixels in RGB space.
Goal: offload the bottleneck kernel to a custom near-memory PIM accelerator to achieve a &gt;60× speedup over CPU.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41648" y="1143000"/>
            <a:ext cx="3931920" cy="2331720"/>
          </a:xfrm>
          <a:prstGeom prst="rect">
            <a:avLst/>
          </a:prstGeom>
          <a:solidFill>
            <a:srgbClr val="142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7" y="12801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C961E"/>
                </a:solidFill>
              </a:rPr>
              <a:t>B  HOW OTHERS DO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7" y="1527048"/>
            <a:ext cx="374903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CE6FF"/>
                </a:solidFill>
              </a:rPr>
              <a:t>CPU (NumPy) baseline on Intel i9-12900H:
  • Median runtime: 8.85 s / image (800×600, K=16)
  • Pairwise distance kernel = 46% of total runtime
  • Arithmetic Intensity = 1.68 FLOP/byte (memory-bound)
  • Attainable ceiling ≈ 129 GFLOP/s (&lt; 10% of peak compute)
GPU / FPGA variants exist but still feed data over PCIe — the off-chip memory wall remains the bottleneck.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1143000"/>
            <a:ext cx="3931920" cy="2331720"/>
          </a:xfrm>
          <a:prstGeom prst="rect">
            <a:avLst/>
          </a:prstGeom>
          <a:solidFill>
            <a:srgbClr val="144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12801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8AA64"/>
                </a:solidFill>
              </a:rPr>
              <a:t>C  WHAT WE DO DIFFERENTLY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1527048"/>
            <a:ext cx="374903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CE6FF"/>
                </a:solidFill>
              </a:rPr>
              <a:t>HW/SW partition:
  • CPU handles I/O, init, convergence, centroid updates
  • Distance kernel → PIM chiplet (HBM3)
    – 16 TB/s on-chip bandwidth
    – 8 TFLOP/s FP32 compute
    – UCIe interface (51× headroom over required 50 GB/s)
Ridge point drops from 18.23 → 0.5 FLOP/byte,
making kernel compute-bound → ~62× speedup.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" y="3611880"/>
            <a:ext cx="3794760" cy="2834640"/>
          </a:xfrm>
          <a:prstGeom prst="rect">
            <a:avLst/>
          </a:prstGeom>
          <a:solidFill>
            <a:srgbClr val="121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" y="37490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C82DC"/>
                </a:solidFill>
              </a:rPr>
              <a:t>ROOFLINE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" y="4023360"/>
            <a:ext cx="36576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B4D2FF"/>
                </a:solidFill>
              </a:rPr>
              <a:t>GFLOP/s
10,000 ┤━━━━━━━━━━━━━━━━━━━━ CPU PEAK
       │            ╱
  8,000┤ PIM PEAK══╪━━━━━━━━━━━━━━━━
       │       ╱   ●  K-Means on PIM
       │     ╱         (compute-bound!)
   129 ┤━━━╪━━━━━━ CPU ceiling
       │   ● K-Means CPU (mem-bound)
       └───┴──────────────────────
        0.5  1.68     31.25  170
              Arithmetic Intensity (FLOP/byte)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41648" y="3611880"/>
            <a:ext cx="3931920" cy="2834640"/>
          </a:xfrm>
          <a:prstGeom prst="rect">
            <a:avLst/>
          </a:prstGeom>
          <a:solidFill>
            <a:srgbClr val="1E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33087" y="374904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8AA64"/>
                </a:solidFill>
              </a:rPr>
              <a:t>D  ACCOMPLISHED SO FAR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3995928"/>
            <a:ext cx="3749039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DCE6FF"/>
                </a:solidFill>
              </a:rPr>
              <a:t>✔  Software baseline benchmarked (8.85 s median)
✔  cProfile: distance kernel = 46% of runtime
✔  Roofline model built — AI = 1.68 FLOP/byte
✔  CPU bottleneck confirmed as memory bandwidth
✔  HW/SW partition designed
✔  Interface selected: UCIe (2.56 TB/s, 51× headroom)
✔  Block diagram &amp; system architecture documented
✔  Theoretical speedup quantified: ~62×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3611880"/>
            <a:ext cx="3931920" cy="2834640"/>
          </a:xfrm>
          <a:prstGeom prst="rect">
            <a:avLst/>
          </a:prstGeom>
          <a:solidFill>
            <a:srgbClr val="41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374904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9664"/>
                </a:solidFill>
              </a:rPr>
              <a:t>E  NEXT STEPS / REMAINING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3995928"/>
            <a:ext cx="3749039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DCE6FF"/>
                </a:solidFill>
              </a:rPr>
              <a:t>→  RTL / HLS implementation of distance kernel
→  Cycle-accurate simulation (verify 62× claim)
→  Power &amp; area analysis (synthesis)
→  End-to-end integration test (CPU ↔ PIM via UCIe)
→  Compare simulated vs theoretical throughput
Success criteria:
  • End-to-end runtime &lt; 150 ms/image
  • Interface NOT the bottleneck
  • Matches roofline prediction within 2×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6638544"/>
            <a:ext cx="1188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6AADC"/>
                </a:solidFill>
              </a:rPr>
              <a:t>ECE 410/510 Spring 2026  |  Bao Nguyen  |  baon@pdx.edu  |  K-Means PIM Accelerator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